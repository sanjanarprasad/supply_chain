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3"/>
    <p:restoredTop sz="94658"/>
  </p:normalViewPr>
  <p:slideViewPr>
    <p:cSldViewPr snapToGrid="0">
      <p:cViewPr varScale="1">
        <p:scale>
          <a:sx n="93" d="100"/>
          <a:sy n="93" d="100"/>
        </p:scale>
        <p:origin x="240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510F-6416-5E2E-F936-C9AFB132D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96D86-173B-FA69-155C-CC07FEBCD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09CF9-22F2-898C-4440-CAA98606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4F626-1365-61DE-DEEA-F8FC6968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134DB-72DE-8F0A-8506-5A06FADC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0002-E6C0-7C08-ACE5-F1655244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F0951-5FA1-C56D-2787-08C7B9212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160C-7EC4-9EC1-2D11-2C700E8C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35B45-5581-561A-2AC0-9AB26856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FF8BE-A0C2-276A-8AFF-522402420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37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2F8C-BF67-BCBC-50BA-F7785642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267D7-1147-4BE1-A3DF-83AA63BB3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306B6-61C4-4470-20BB-36A488142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EC0AC-932B-3590-320A-5588CA18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EE118-F169-4322-3656-758DA6D5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1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FB37-59BA-B800-6939-F37F5A469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5C0C1-12BE-5D10-A58C-D22DF6F3B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B1EC0-8231-7133-7B60-53248BAF9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A8084-1D7E-5386-7322-C694EF88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43DAB-4AF5-B98F-64FF-319E38246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C917F-F3FC-5533-6748-F6DE6BB5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1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4FC3-90AE-118B-3DF9-78FD8828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F8B12-7B9F-184F-F389-1F83B532D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37310-9D1D-3862-ABA3-17C2E18B4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2C618-DBCC-F8CD-51CB-18BD4FED6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AC087C-1B40-35A4-1626-A600AAADA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61C461-5CA1-9900-9449-B9D6CD4E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09042-2A05-7884-7953-C0D25EDA4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891EE-CB31-31C2-7B27-6D3C4C632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7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F162-3A2B-F69D-9994-52FF23053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0A89A4-8E61-4E8C-3CB4-DBF7D3C1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1B66E3-33F3-D041-5F0B-39FFB760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672DE-E39E-AFE1-7B54-96F6203A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1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A9151-B302-99FB-CE2F-79E4830F4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96043-4837-8A3E-374F-F993C317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3EB34-FA45-3FBA-5CDF-2C3AF37F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CD0E-044A-E252-91F9-D77482E26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05D5-79FE-277F-F617-215115807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1001C-A6EE-6447-C51A-6EACC6470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32F37-648E-D125-3824-4103E089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DD910-8901-46C2-1B4E-DB750891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B17E2-494D-A10D-CF58-53193F08F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8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92EC9-DD34-7EDF-A7DE-ACD817E0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A91D3A-E69F-7D94-53FC-3AF80B6B46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8FFD1-56AA-A74D-A357-E1DED6FCF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5CA64-9963-3993-B017-41BBF5D62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33DD2-F64D-01A4-F182-EAF9A8C2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B6FDD-DDF4-64EC-40E8-986E4ECC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9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C3D4-709B-FE86-2099-E3E5FE7F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8E26A-7D0A-3F86-B833-6B3DF7B9F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A0E61-9036-5FCF-2D79-67E1F809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EF287-E15B-D9E9-E3E6-9ABF64D3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BAED8-5A87-74E5-0E15-13B246F4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4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D348E0-FA6D-9FFD-0DDA-97DC383E64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90491-9CBC-364D-5F8B-29AD7B0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6016B-6001-5D5B-79D0-4CEBAAE5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68374-BAF6-2757-EB2C-B32FE23E1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14933-013B-C5C5-3B06-C89F422A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8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6BBADC-443D-F8FE-E03B-5BC8E2F4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D195B-D115-82B0-588D-C2D8F71A6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0ED1E-19DE-B299-6B9D-80532D45DD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86C9A-CF33-AC41-8D82-1D8F000F6A42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20E9D-9304-C775-BE57-1A8BD0E21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CB1E1-A2B3-EC25-2785-72A921BD7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69A4F-5192-DC42-A754-A5B18DD71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3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6D0B4A-2C46-81FC-EDC4-E6ADBA931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223"/>
          <a:stretch>
            <a:fillRect/>
          </a:stretch>
        </p:blipFill>
        <p:spPr>
          <a:xfrm>
            <a:off x="2644776" y="10"/>
            <a:ext cx="9547224" cy="6857990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86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DDE12F-5983-C235-5BF3-516A618A4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1253" b="3656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5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6212C1-5349-6D62-50B2-549104A13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2213" b="1560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04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Meiryo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SAGARIKA D S</dc:creator>
  <cp:lastModifiedBy>SAGARIKA D S</cp:lastModifiedBy>
  <cp:revision>1</cp:revision>
  <dcterms:created xsi:type="dcterms:W3CDTF">2026-04-25T02:33:41Z</dcterms:created>
  <dcterms:modified xsi:type="dcterms:W3CDTF">2026-04-25T02:35:30Z</dcterms:modified>
</cp:coreProperties>
</file>