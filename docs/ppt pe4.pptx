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803" r:id="rId2"/>
    <p:sldId id="833" r:id="rId3"/>
    <p:sldId id="824" r:id="rId4"/>
    <p:sldId id="828" r:id="rId5"/>
    <p:sldId id="805" r:id="rId6"/>
    <p:sldId id="834" r:id="rId7"/>
    <p:sldId id="829" r:id="rId8"/>
    <p:sldId id="832" r:id="rId9"/>
    <p:sldId id="830" r:id="rId10"/>
    <p:sldId id="831" r:id="rId11"/>
    <p:sldId id="83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0A2BCD-1020-4E3D-ABBE-C9C757C86E2B}" v="13" dt="2026-04-24T16:13:45.4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034" autoAdjust="0"/>
    <p:restoredTop sz="94667"/>
  </p:normalViewPr>
  <p:slideViewPr>
    <p:cSldViewPr snapToGrid="0">
      <p:cViewPr varScale="1">
        <p:scale>
          <a:sx n="67" d="100"/>
          <a:sy n="67" d="100"/>
        </p:scale>
        <p:origin x="68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50" d="100"/>
          <a:sy n="150" d="100"/>
        </p:scale>
        <p:origin x="432" y="-14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ghana U" userId="e1459fee517d0cf7" providerId="LiveId" clId="{9985AF0A-27BD-4743-9F75-AB1BC9988657}"/>
    <pc:docChg chg="undo custSel addSld modSld">
      <pc:chgData name="Meghana U" userId="e1459fee517d0cf7" providerId="LiveId" clId="{9985AF0A-27BD-4743-9F75-AB1BC9988657}" dt="2026-04-24T16:18:56.719" v="259" actId="20577"/>
      <pc:docMkLst>
        <pc:docMk/>
      </pc:docMkLst>
      <pc:sldChg chg="modSp mod">
        <pc:chgData name="Meghana U" userId="e1459fee517d0cf7" providerId="LiveId" clId="{9985AF0A-27BD-4743-9F75-AB1BC9988657}" dt="2026-04-24T16:13:56.938" v="247" actId="20577"/>
        <pc:sldMkLst>
          <pc:docMk/>
          <pc:sldMk cId="1157260694" sldId="803"/>
        </pc:sldMkLst>
        <pc:spChg chg="mod">
          <ac:chgData name="Meghana U" userId="e1459fee517d0cf7" providerId="LiveId" clId="{9985AF0A-27BD-4743-9F75-AB1BC9988657}" dt="2026-04-24T16:13:56.938" v="247" actId="20577"/>
          <ac:spMkLst>
            <pc:docMk/>
            <pc:sldMk cId="1157260694" sldId="803"/>
            <ac:spMk id="106" creationId="{0794CBDF-89DA-68F4-4998-89F67853C47F}"/>
          </ac:spMkLst>
        </pc:spChg>
        <pc:spChg chg="mod">
          <ac:chgData name="Meghana U" userId="e1459fee517d0cf7" providerId="LiveId" clId="{9985AF0A-27BD-4743-9F75-AB1BC9988657}" dt="2026-04-24T15:55:36.215" v="219" actId="20577"/>
          <ac:spMkLst>
            <pc:docMk/>
            <pc:sldMk cId="1157260694" sldId="803"/>
            <ac:spMk id="107" creationId="{5715D715-9E59-BD2C-C8BA-7435D7135AF7}"/>
          </ac:spMkLst>
        </pc:spChg>
      </pc:sldChg>
      <pc:sldChg chg="modSp mod">
        <pc:chgData name="Meghana U" userId="e1459fee517d0cf7" providerId="LiveId" clId="{9985AF0A-27BD-4743-9F75-AB1BC9988657}" dt="2026-04-24T16:14:10.205" v="249" actId="20577"/>
        <pc:sldMkLst>
          <pc:docMk/>
          <pc:sldMk cId="1118610013" sldId="805"/>
        </pc:sldMkLst>
        <pc:spChg chg="mod">
          <ac:chgData name="Meghana U" userId="e1459fee517d0cf7" providerId="LiveId" clId="{9985AF0A-27BD-4743-9F75-AB1BC9988657}" dt="2026-04-24T15:24:53.350" v="37" actId="20577"/>
          <ac:spMkLst>
            <pc:docMk/>
            <pc:sldMk cId="1118610013" sldId="805"/>
            <ac:spMk id="2" creationId="{B6D13FFD-F5AA-B7BE-FD50-CA6734509EDB}"/>
          </ac:spMkLst>
        </pc:spChg>
        <pc:spChg chg="mod">
          <ac:chgData name="Meghana U" userId="e1459fee517d0cf7" providerId="LiveId" clId="{9985AF0A-27BD-4743-9F75-AB1BC9988657}" dt="2026-04-24T16:14:10.205" v="249" actId="20577"/>
          <ac:spMkLst>
            <pc:docMk/>
            <pc:sldMk cId="1118610013" sldId="805"/>
            <ac:spMk id="3" creationId="{483C3445-0940-99F0-AB5E-58C8CA362A11}"/>
          </ac:spMkLst>
        </pc:spChg>
      </pc:sldChg>
      <pc:sldChg chg="modSp mod">
        <pc:chgData name="Meghana U" userId="e1459fee517d0cf7" providerId="LiveId" clId="{9985AF0A-27BD-4743-9F75-AB1BC9988657}" dt="2026-04-24T14:55:49.767" v="5" actId="207"/>
        <pc:sldMkLst>
          <pc:docMk/>
          <pc:sldMk cId="1621328973" sldId="824"/>
        </pc:sldMkLst>
        <pc:spChg chg="mod">
          <ac:chgData name="Meghana U" userId="e1459fee517d0cf7" providerId="LiveId" clId="{9985AF0A-27BD-4743-9F75-AB1BC9988657}" dt="2026-04-24T14:55:49.767" v="5" actId="207"/>
          <ac:spMkLst>
            <pc:docMk/>
            <pc:sldMk cId="1621328973" sldId="824"/>
            <ac:spMk id="3" creationId="{9D0C28EA-830E-81C1-7404-A72E3E5F5859}"/>
          </ac:spMkLst>
        </pc:spChg>
      </pc:sldChg>
      <pc:sldChg chg="modSp mod">
        <pc:chgData name="Meghana U" userId="e1459fee517d0cf7" providerId="LiveId" clId="{9985AF0A-27BD-4743-9F75-AB1BC9988657}" dt="2026-04-24T15:55:48.240" v="220" actId="1076"/>
        <pc:sldMkLst>
          <pc:docMk/>
          <pc:sldMk cId="552599215" sldId="828"/>
        </pc:sldMkLst>
        <pc:spChg chg="mod">
          <ac:chgData name="Meghana U" userId="e1459fee517d0cf7" providerId="LiveId" clId="{9985AF0A-27BD-4743-9F75-AB1BC9988657}" dt="2026-04-24T15:55:48.240" v="220" actId="1076"/>
          <ac:spMkLst>
            <pc:docMk/>
            <pc:sldMk cId="552599215" sldId="828"/>
            <ac:spMk id="3" creationId="{0A7F0759-F1BE-FAAD-BBB2-2AC231645EB3}"/>
          </ac:spMkLst>
        </pc:spChg>
      </pc:sldChg>
      <pc:sldChg chg="addSp delSp modSp mod">
        <pc:chgData name="Meghana U" userId="e1459fee517d0cf7" providerId="LiveId" clId="{9985AF0A-27BD-4743-9F75-AB1BC9988657}" dt="2026-04-24T15:46:17.185" v="173" actId="14100"/>
        <pc:sldMkLst>
          <pc:docMk/>
          <pc:sldMk cId="880199844" sldId="829"/>
        </pc:sldMkLst>
        <pc:spChg chg="mod">
          <ac:chgData name="Meghana U" userId="e1459fee517d0cf7" providerId="LiveId" clId="{9985AF0A-27BD-4743-9F75-AB1BC9988657}" dt="2026-04-24T15:26:11.109" v="83" actId="20577"/>
          <ac:spMkLst>
            <pc:docMk/>
            <pc:sldMk cId="880199844" sldId="829"/>
            <ac:spMk id="2" creationId="{2FE9B525-9939-960F-B359-A89DCC475A6D}"/>
          </ac:spMkLst>
        </pc:spChg>
        <pc:spChg chg="del mod">
          <ac:chgData name="Meghana U" userId="e1459fee517d0cf7" providerId="LiveId" clId="{9985AF0A-27BD-4743-9F75-AB1BC9988657}" dt="2026-04-24T15:27:07.310" v="95" actId="478"/>
          <ac:spMkLst>
            <pc:docMk/>
            <pc:sldMk cId="880199844" sldId="829"/>
            <ac:spMk id="3" creationId="{A7186C9A-5673-235A-9BD4-3F585055F21B}"/>
          </ac:spMkLst>
        </pc:spChg>
        <pc:picChg chg="add del mod">
          <ac:chgData name="Meghana U" userId="e1459fee517d0cf7" providerId="LiveId" clId="{9985AF0A-27BD-4743-9F75-AB1BC9988657}" dt="2026-04-24T15:46:05.269" v="169" actId="478"/>
          <ac:picMkLst>
            <pc:docMk/>
            <pc:sldMk cId="880199844" sldId="829"/>
            <ac:picMk id="5" creationId="{45D6D305-C746-523E-658B-164082279C07}"/>
          </ac:picMkLst>
        </pc:picChg>
        <pc:picChg chg="add mod">
          <ac:chgData name="Meghana U" userId="e1459fee517d0cf7" providerId="LiveId" clId="{9985AF0A-27BD-4743-9F75-AB1BC9988657}" dt="2026-04-24T15:46:17.185" v="173" actId="14100"/>
          <ac:picMkLst>
            <pc:docMk/>
            <pc:sldMk cId="880199844" sldId="829"/>
            <ac:picMk id="7" creationId="{C14330DD-AF15-78E7-352A-AD623EA70EBC}"/>
          </ac:picMkLst>
        </pc:picChg>
      </pc:sldChg>
      <pc:sldChg chg="modSp mod">
        <pc:chgData name="Meghana U" userId="e1459fee517d0cf7" providerId="LiveId" clId="{9985AF0A-27BD-4743-9F75-AB1BC9988657}" dt="2026-04-24T15:55:07.580" v="215" actId="255"/>
        <pc:sldMkLst>
          <pc:docMk/>
          <pc:sldMk cId="1298748633" sldId="830"/>
        </pc:sldMkLst>
        <pc:spChg chg="mod">
          <ac:chgData name="Meghana U" userId="e1459fee517d0cf7" providerId="LiveId" clId="{9985AF0A-27BD-4743-9F75-AB1BC9988657}" dt="2026-04-24T15:55:07.580" v="215" actId="255"/>
          <ac:spMkLst>
            <pc:docMk/>
            <pc:sldMk cId="1298748633" sldId="830"/>
            <ac:spMk id="3" creationId="{CCFAADE7-0B30-77FD-7C8B-41A1B856FBAA}"/>
          </ac:spMkLst>
        </pc:spChg>
      </pc:sldChg>
      <pc:sldChg chg="modSp mod">
        <pc:chgData name="Meghana U" userId="e1459fee517d0cf7" providerId="LiveId" clId="{9985AF0A-27BD-4743-9F75-AB1BC9988657}" dt="2026-04-24T16:18:56.719" v="259" actId="20577"/>
        <pc:sldMkLst>
          <pc:docMk/>
          <pc:sldMk cId="2656312767" sldId="831"/>
        </pc:sldMkLst>
        <pc:spChg chg="mod">
          <ac:chgData name="Meghana U" userId="e1459fee517d0cf7" providerId="LiveId" clId="{9985AF0A-27BD-4743-9F75-AB1BC9988657}" dt="2026-04-24T15:52:09.027" v="187" actId="20577"/>
          <ac:spMkLst>
            <pc:docMk/>
            <pc:sldMk cId="2656312767" sldId="831"/>
            <ac:spMk id="2" creationId="{AC26EBF3-B90A-D780-71A8-0F6F74206D5D}"/>
          </ac:spMkLst>
        </pc:spChg>
        <pc:spChg chg="mod">
          <ac:chgData name="Meghana U" userId="e1459fee517d0cf7" providerId="LiveId" clId="{9985AF0A-27BD-4743-9F75-AB1BC9988657}" dt="2026-04-24T16:18:56.719" v="259" actId="20577"/>
          <ac:spMkLst>
            <pc:docMk/>
            <pc:sldMk cId="2656312767" sldId="831"/>
            <ac:spMk id="3" creationId="{56B1E6CD-28A4-0547-FCFA-8E8B38A76F9D}"/>
          </ac:spMkLst>
        </pc:spChg>
      </pc:sldChg>
      <pc:sldChg chg="addSp delSp modSp mod">
        <pc:chgData name="Meghana U" userId="e1459fee517d0cf7" providerId="LiveId" clId="{9985AF0A-27BD-4743-9F75-AB1BC9988657}" dt="2026-04-24T15:42:21.505" v="167" actId="1076"/>
        <pc:sldMkLst>
          <pc:docMk/>
          <pc:sldMk cId="1076672197" sldId="832"/>
        </pc:sldMkLst>
        <pc:spChg chg="mod">
          <ac:chgData name="Meghana U" userId="e1459fee517d0cf7" providerId="LiveId" clId="{9985AF0A-27BD-4743-9F75-AB1BC9988657}" dt="2026-04-24T15:41:18.685" v="159" actId="20577"/>
          <ac:spMkLst>
            <pc:docMk/>
            <pc:sldMk cId="1076672197" sldId="832"/>
            <ac:spMk id="2" creationId="{989EFA05-49D5-8965-5B47-01BD88A22691}"/>
          </ac:spMkLst>
        </pc:spChg>
        <pc:spChg chg="del mod">
          <ac:chgData name="Meghana U" userId="e1459fee517d0cf7" providerId="LiveId" clId="{9985AF0A-27BD-4743-9F75-AB1BC9988657}" dt="2026-04-24T15:41:30.093" v="163"/>
          <ac:spMkLst>
            <pc:docMk/>
            <pc:sldMk cId="1076672197" sldId="832"/>
            <ac:spMk id="3" creationId="{1ED32972-71CF-5F3C-FC9D-E36A0D2D508F}"/>
          </ac:spMkLst>
        </pc:spChg>
        <pc:spChg chg="add">
          <ac:chgData name="Meghana U" userId="e1459fee517d0cf7" providerId="LiveId" clId="{9985AF0A-27BD-4743-9F75-AB1BC9988657}" dt="2026-04-24T15:41:22.635" v="160"/>
          <ac:spMkLst>
            <pc:docMk/>
            <pc:sldMk cId="1076672197" sldId="832"/>
            <ac:spMk id="4" creationId="{7FE68F05-0C8F-9C6C-E634-1436DD738AB4}"/>
          </ac:spMkLst>
        </pc:spChg>
        <pc:spChg chg="add mod">
          <ac:chgData name="Meghana U" userId="e1459fee517d0cf7" providerId="LiveId" clId="{9985AF0A-27BD-4743-9F75-AB1BC9988657}" dt="2026-04-24T15:42:21.505" v="167" actId="1076"/>
          <ac:spMkLst>
            <pc:docMk/>
            <pc:sldMk cId="1076672197" sldId="832"/>
            <ac:spMk id="5" creationId="{957316A9-A032-560A-72AD-A9929DDC7804}"/>
          </ac:spMkLst>
        </pc:spChg>
      </pc:sldChg>
      <pc:sldChg chg="addSp delSp modSp new mod">
        <pc:chgData name="Meghana U" userId="e1459fee517d0cf7" providerId="LiveId" clId="{9985AF0A-27BD-4743-9F75-AB1BC9988657}" dt="2026-04-24T16:18:33.533" v="258" actId="14100"/>
        <pc:sldMkLst>
          <pc:docMk/>
          <pc:sldMk cId="3635853589" sldId="834"/>
        </pc:sldMkLst>
        <pc:spChg chg="mod">
          <ac:chgData name="Meghana U" userId="e1459fee517d0cf7" providerId="LiveId" clId="{9985AF0A-27BD-4743-9F75-AB1BC9988657}" dt="2026-04-24T15:32:02.649" v="120" actId="20577"/>
          <ac:spMkLst>
            <pc:docMk/>
            <pc:sldMk cId="3635853589" sldId="834"/>
            <ac:spMk id="2" creationId="{D80A7B8B-E9E6-CF8E-A82C-F65DC02DCA53}"/>
          </ac:spMkLst>
        </pc:spChg>
        <pc:spChg chg="del">
          <ac:chgData name="Meghana U" userId="e1459fee517d0cf7" providerId="LiveId" clId="{9985AF0A-27BD-4743-9F75-AB1BC9988657}" dt="2026-04-24T15:39:28.275" v="145" actId="478"/>
          <ac:spMkLst>
            <pc:docMk/>
            <pc:sldMk cId="3635853589" sldId="834"/>
            <ac:spMk id="3" creationId="{61D4FD52-5871-DB67-3888-9FC3DB7DEF19}"/>
          </ac:spMkLst>
        </pc:spChg>
        <pc:picChg chg="add mod">
          <ac:chgData name="Meghana U" userId="e1459fee517d0cf7" providerId="LiveId" clId="{9985AF0A-27BD-4743-9F75-AB1BC9988657}" dt="2026-04-24T16:18:33.533" v="258" actId="14100"/>
          <ac:picMkLst>
            <pc:docMk/>
            <pc:sldMk cId="3635853589" sldId="834"/>
            <ac:picMk id="4" creationId="{C61C58E6-9E8D-CF0D-00CA-046188466171}"/>
          </ac:picMkLst>
        </pc:picChg>
        <pc:picChg chg="add del mod">
          <ac:chgData name="Meghana U" userId="e1459fee517d0cf7" providerId="LiveId" clId="{9985AF0A-27BD-4743-9F75-AB1BC9988657}" dt="2026-04-24T15:38:29.541" v="137" actId="931"/>
          <ac:picMkLst>
            <pc:docMk/>
            <pc:sldMk cId="3635853589" sldId="834"/>
            <ac:picMk id="5" creationId="{E8EB70A6-58F7-B538-4263-8FF45F04B6A0}"/>
          </ac:picMkLst>
        </pc:picChg>
        <pc:picChg chg="add del mod">
          <ac:chgData name="Meghana U" userId="e1459fee517d0cf7" providerId="LiveId" clId="{9985AF0A-27BD-4743-9F75-AB1BC9988657}" dt="2026-04-24T16:18:09.254" v="252" actId="478"/>
          <ac:picMkLst>
            <pc:docMk/>
            <pc:sldMk cId="3635853589" sldId="834"/>
            <ac:picMk id="7" creationId="{30E7A845-743A-EC59-09F8-D9774DB70F46}"/>
          </ac:picMkLst>
        </pc:picChg>
      </pc:sldChg>
      <pc:sldChg chg="modSp new mod">
        <pc:chgData name="Meghana U" userId="e1459fee517d0cf7" providerId="LiveId" clId="{9985AF0A-27BD-4743-9F75-AB1BC9988657}" dt="2026-04-24T16:14:27.081" v="251" actId="20577"/>
        <pc:sldMkLst>
          <pc:docMk/>
          <pc:sldMk cId="1185145514" sldId="835"/>
        </pc:sldMkLst>
        <pc:spChg chg="mod">
          <ac:chgData name="Meghana U" userId="e1459fee517d0cf7" providerId="LiveId" clId="{9985AF0A-27BD-4743-9F75-AB1BC9988657}" dt="2026-04-24T15:53:39.946" v="206" actId="20577"/>
          <ac:spMkLst>
            <pc:docMk/>
            <pc:sldMk cId="1185145514" sldId="835"/>
            <ac:spMk id="2" creationId="{FEBD1F4A-0F92-2ADF-3FDC-762D221BAB5A}"/>
          </ac:spMkLst>
        </pc:spChg>
        <pc:spChg chg="mod">
          <ac:chgData name="Meghana U" userId="e1459fee517d0cf7" providerId="LiveId" clId="{9985AF0A-27BD-4743-9F75-AB1BC9988657}" dt="2026-04-24T16:14:27.081" v="251" actId="20577"/>
          <ac:spMkLst>
            <pc:docMk/>
            <pc:sldMk cId="1185145514" sldId="835"/>
            <ac:spMk id="3" creationId="{F97B6A63-A290-C7FB-523A-F1F5190D5FB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84CAE8-38D5-461C-80C4-1AF2B758DADD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88D782-C295-45AF-8CC4-5EB981288A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587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4ABD5BB5-C395-2DF8-D539-36737393B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>
            <a:extLst>
              <a:ext uri="{FF2B5EF4-FFF2-40B4-BE49-F238E27FC236}">
                <a16:creationId xmlns:a16="http://schemas.microsoft.com/office/drawing/2014/main" id="{72FFC9B4-4278-A514-C0A7-72EAAC723E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1:notes">
            <a:extLst>
              <a:ext uri="{FF2B5EF4-FFF2-40B4-BE49-F238E27FC236}">
                <a16:creationId xmlns:a16="http://schemas.microsoft.com/office/drawing/2014/main" id="{C8FFAD72-5149-46B7-A20E-DF4F96DE0E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:notes">
            <a:extLst>
              <a:ext uri="{FF2B5EF4-FFF2-40B4-BE49-F238E27FC236}">
                <a16:creationId xmlns:a16="http://schemas.microsoft.com/office/drawing/2014/main" id="{A97F5C20-8BAD-CE9B-4D38-1CF55F7253B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1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16850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AFF4B-C04A-07B0-094D-86746B3EF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11CDF-21A0-9FEC-2F88-3F16669D64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8E9D5F-C289-EA26-CF8B-CB52EFE4B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Talk about how they are managing their documents, how google docs does automatic versioning</a:t>
            </a:r>
          </a:p>
          <a:p>
            <a:endParaRPr lang="en-IN" dirty="0"/>
          </a:p>
          <a:p>
            <a:r>
              <a:rPr lang="en-IN" dirty="0"/>
              <a:t>As them what they know  about Android and </a:t>
            </a:r>
            <a:r>
              <a:rPr lang="en-IN" dirty="0" err="1"/>
              <a:t>IoS</a:t>
            </a:r>
            <a:r>
              <a:rPr lang="en-IN" dirty="0"/>
              <a:t> versions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7C9EC-3730-8AE2-FDAB-25DFF0B1E5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212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Talk about how they are managing their documents, how google docs does automatic versioning</a:t>
            </a:r>
          </a:p>
          <a:p>
            <a:endParaRPr lang="en-IN" dirty="0"/>
          </a:p>
          <a:p>
            <a:r>
              <a:rPr lang="en-IN" dirty="0"/>
              <a:t>As them what they know  about Android and </a:t>
            </a:r>
            <a:r>
              <a:rPr lang="en-IN" dirty="0" err="1"/>
              <a:t>IoS</a:t>
            </a:r>
            <a:r>
              <a:rPr lang="en-IN" dirty="0"/>
              <a:t> versions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1075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790FE-2DE2-387C-625F-AACE3FD7F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00BB5F-7193-254E-6D58-C49599CA3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82A11E-0DFC-17FB-02F1-F2832FBB44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Talk about how they are managing their documents, how google docs does automatic versioning</a:t>
            </a:r>
          </a:p>
          <a:p>
            <a:endParaRPr lang="en-IN" dirty="0"/>
          </a:p>
          <a:p>
            <a:r>
              <a:rPr lang="en-IN" dirty="0"/>
              <a:t>As them what they know  about Android and </a:t>
            </a:r>
            <a:r>
              <a:rPr lang="en-IN" dirty="0" err="1"/>
              <a:t>IoS</a:t>
            </a:r>
            <a:r>
              <a:rPr lang="en-IN" dirty="0"/>
              <a:t> versions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4184-A693-CBEB-6603-80242D92BF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3925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5930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5F895-5022-38DA-2054-0C369F380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C18D03-72B5-B7EA-E56D-FEE96073D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3B98BE-F9C6-D5BF-E732-2895FF121A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7E643-4F9A-B030-FD04-51F4A8BA26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1060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BB7A1-F227-707B-7BDC-D8504321C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22DB9F-8180-6707-CF03-AF31797831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906CB4-CBD8-AEBB-903A-0350DDF74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16E92-3E9E-2C9C-DCEB-A027251CFE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0877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2D362-4CC2-1D7D-5B37-272761D9F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1E08CF-FFD7-C7F1-F7C9-8C0198C9E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2D4EC-36D9-9636-CD33-D59AAB049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B67E4-279A-3BB1-BEE4-9C8B181D0A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1969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086D0-C302-35A2-A260-3CDD14B6E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C58981-14D0-7908-694C-4FDB3C4F9D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4AD2F-6AE3-A62A-2AF4-C18F91CE5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B14A88-FC08-9C8A-7686-6A2CB491B6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203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White">
  <p:cSld name="Cover Whit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 descr="C:\Users\Admin\Downloads\ilovepdf_pages-to-jpg (1)\RU_PPT Template-White Blank_page-0001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1219319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/>
          <p:nvPr/>
        </p:nvSpPr>
        <p:spPr>
          <a:xfrm>
            <a:off x="685800" y="5880100"/>
            <a:ext cx="3422650" cy="9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8769350" y="5486400"/>
            <a:ext cx="3422650" cy="9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2"/>
          <p:cNvGrpSpPr/>
          <p:nvPr/>
        </p:nvGrpSpPr>
        <p:grpSpPr>
          <a:xfrm>
            <a:off x="9220200" y="5410200"/>
            <a:ext cx="2601503" cy="1082742"/>
            <a:chOff x="10616154" y="97913"/>
            <a:chExt cx="3619726" cy="1349912"/>
          </a:xfrm>
        </p:grpSpPr>
        <p:pic>
          <p:nvPicPr>
            <p:cNvPr id="20" name="Google Shape;20;p2" descr="NIRF — SAVEETHA SCHOOL OF MANAGEMENT"/>
            <p:cNvPicPr preferRelativeResize="0"/>
            <p:nvPr/>
          </p:nvPicPr>
          <p:blipFill rotWithShape="1">
            <a:blip r:embed="rId3">
              <a:alphaModFix/>
            </a:blip>
            <a:srcRect l="27517" t="4377" r="28920" b="7151"/>
            <a:stretch/>
          </p:blipFill>
          <p:spPr>
            <a:xfrm>
              <a:off x="12122688" y="97913"/>
              <a:ext cx="843474" cy="5922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" descr="Bharath University - Top University In India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737939" y="182966"/>
              <a:ext cx="1158298" cy="4308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2;p2" descr="CREDISAPP for Ratings - Eloit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3072901" y="114292"/>
              <a:ext cx="1155067" cy="5758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23;p2" descr="MHRD | Innovation Cell - Home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0616154" y="789734"/>
              <a:ext cx="1857797" cy="6580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24;p2" descr="Institution's Innovation Council | MHRD"/>
            <p:cNvPicPr preferRelativeResize="0"/>
            <p:nvPr/>
          </p:nvPicPr>
          <p:blipFill rotWithShape="1">
            <a:blip r:embed="rId7">
              <a:alphaModFix/>
            </a:blip>
            <a:srcRect l="8879" t="20720" r="8879" b="24345"/>
            <a:stretch/>
          </p:blipFill>
          <p:spPr>
            <a:xfrm>
              <a:off x="12886182" y="774201"/>
              <a:ext cx="1349698" cy="63758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" name="Google Shape;25;p2"/>
          <p:cNvSpPr txBox="1">
            <a:spLocks noGrp="1"/>
          </p:cNvSpPr>
          <p:nvPr>
            <p:ph type="title"/>
          </p:nvPr>
        </p:nvSpPr>
        <p:spPr>
          <a:xfrm>
            <a:off x="1058553" y="3124200"/>
            <a:ext cx="8421823" cy="175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4000"/>
              <a:buFont typeface="Roboto Medium"/>
              <a:buNone/>
              <a:defRPr sz="4000" b="0" i="0" u="none" strike="noStrike" cap="none">
                <a:solidFill>
                  <a:srgbClr val="FF66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body" idx="1"/>
          </p:nvPr>
        </p:nvSpPr>
        <p:spPr>
          <a:xfrm>
            <a:off x="1046572" y="5129788"/>
            <a:ext cx="6755716" cy="407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66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1859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White">
  <p:cSld name="Agenda White">
    <p:bg>
      <p:bgPr>
        <a:solidFill>
          <a:schemeClr val="lt1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3" descr="C:\Users\Admin\Downloads\ilovepdf_pages-to-jpg (3)\RU_PPT Template-White Blank (1)_page-0003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33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11367146" y="6096000"/>
            <a:ext cx="5962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title"/>
          </p:nvPr>
        </p:nvSpPr>
        <p:spPr>
          <a:xfrm>
            <a:off x="695400" y="395786"/>
            <a:ext cx="6211927" cy="838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Roboto Medium"/>
              <a:buNone/>
              <a:defRPr sz="2800" b="0" i="0" u="none" strike="noStrike" cap="none">
                <a:solidFill>
                  <a:srgbClr val="7F7F7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1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AutoNum type="arabicPeriod"/>
              <a:defRPr sz="2400" b="0" i="0" u="none" strike="noStrike" cap="none">
                <a:solidFill>
                  <a:srgbClr val="7F7F7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AutoNum type="arabicPeriod"/>
              <a:defRPr sz="2400" b="0" i="0" u="none" strike="noStrike" cap="none">
                <a:solidFill>
                  <a:srgbClr val="7F7F7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72222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2935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21777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9225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7447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1107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9305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619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9215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2287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24029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63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37738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njanarprasad/Supply_chain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7EB35E84-5960-AA15-D5D2-FCDA928FD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>
            <a:extLst>
              <a:ext uri="{FF2B5EF4-FFF2-40B4-BE49-F238E27FC236}">
                <a16:creationId xmlns:a16="http://schemas.microsoft.com/office/drawing/2014/main" id="{0794CBDF-89DA-68F4-4998-89F67853C47F}"/>
              </a:ext>
            </a:extLst>
          </p:cNvPr>
          <p:cNvSpPr txBox="1"/>
          <p:nvPr/>
        </p:nvSpPr>
        <p:spPr>
          <a:xfrm>
            <a:off x="3510185" y="4344787"/>
            <a:ext cx="4750130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5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AgroLedger</a:t>
            </a:r>
            <a:endParaRPr kumimoji="0" lang="en-US" sz="5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5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7" name="Google Shape;107;p15">
            <a:extLst>
              <a:ext uri="{FF2B5EF4-FFF2-40B4-BE49-F238E27FC236}">
                <a16:creationId xmlns:a16="http://schemas.microsoft.com/office/drawing/2014/main" id="{5715D715-9E59-BD2C-C8BA-7435D7135AF7}"/>
              </a:ext>
            </a:extLst>
          </p:cNvPr>
          <p:cNvSpPr txBox="1"/>
          <p:nvPr/>
        </p:nvSpPr>
        <p:spPr>
          <a:xfrm>
            <a:off x="1569910" y="2804655"/>
            <a:ext cx="9838762" cy="1415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School of Compu</a:t>
            </a:r>
            <a:r>
              <a:rPr lang="en-US" sz="3600" b="1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 Science &amp; Engineering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AI Application Development – IA2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7260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735E7-678C-8AF0-B273-A067CA793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CF152-678E-EC39-589A-AFB6DAA8A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95786"/>
            <a:ext cx="7937961" cy="838202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Team members &amp; roles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9B32B5A-10EC-6646-EA6D-5E1131E433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7511291"/>
              </p:ext>
            </p:extLst>
          </p:nvPr>
        </p:nvGraphicFramePr>
        <p:xfrm>
          <a:off x="888999" y="1706254"/>
          <a:ext cx="8676105" cy="3310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8020">
                  <a:extLst>
                    <a:ext uri="{9D8B030D-6E8A-4147-A177-3AD203B41FA5}">
                      <a16:colId xmlns:a16="http://schemas.microsoft.com/office/drawing/2014/main" val="3378695941"/>
                    </a:ext>
                  </a:extLst>
                </a:gridCol>
                <a:gridCol w="4308085">
                  <a:extLst>
                    <a:ext uri="{9D8B030D-6E8A-4147-A177-3AD203B41FA5}">
                      <a16:colId xmlns:a16="http://schemas.microsoft.com/office/drawing/2014/main" val="485602826"/>
                    </a:ext>
                  </a:extLst>
                </a:gridCol>
              </a:tblGrid>
              <a:tr h="472988">
                <a:tc>
                  <a:txBody>
                    <a:bodyPr/>
                    <a:lstStyle/>
                    <a:p>
                      <a:r>
                        <a:rPr lang="en-US" sz="2000" dirty="0"/>
                        <a:t>TEAM MEMBER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1150875"/>
                  </a:ext>
                </a:extLst>
              </a:tr>
              <a:tr h="472988">
                <a:tc>
                  <a:txBody>
                    <a:bodyPr/>
                    <a:lstStyle/>
                    <a:p>
                      <a:r>
                        <a:rPr lang="en-US" sz="2000" dirty="0"/>
                        <a:t>NISHA YADAV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TEAM LEAD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401748"/>
                  </a:ext>
                </a:extLst>
              </a:tr>
              <a:tr h="472988">
                <a:tc>
                  <a:txBody>
                    <a:bodyPr/>
                    <a:lstStyle/>
                    <a:p>
                      <a:r>
                        <a:rPr lang="en-US" sz="2000" dirty="0"/>
                        <a:t>SANJANA 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DEVELOPER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371665"/>
                  </a:ext>
                </a:extLst>
              </a:tr>
              <a:tr h="472988">
                <a:tc>
                  <a:txBody>
                    <a:bodyPr/>
                    <a:lstStyle/>
                    <a:p>
                      <a:r>
                        <a:rPr lang="en-US" sz="2000" dirty="0"/>
                        <a:t>NAMEERA SANIYA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GITHUB/PRODUCT BUILD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669484"/>
                  </a:ext>
                </a:extLst>
              </a:tr>
              <a:tr h="472988">
                <a:tc>
                  <a:txBody>
                    <a:bodyPr/>
                    <a:lstStyle/>
                    <a:p>
                      <a:r>
                        <a:rPr lang="en-US" sz="2000" dirty="0"/>
                        <a:t>RUHI SHARMA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DEVELOPMENT LEAD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6908824"/>
                  </a:ext>
                </a:extLst>
              </a:tr>
              <a:tr h="472988">
                <a:tc>
                  <a:txBody>
                    <a:bodyPr/>
                    <a:lstStyle/>
                    <a:p>
                      <a:r>
                        <a:rPr lang="en-US" sz="2000" dirty="0"/>
                        <a:t>MEGHANA 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TEST LEAD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4952001"/>
                  </a:ext>
                </a:extLst>
              </a:tr>
              <a:tr h="472988">
                <a:tc>
                  <a:txBody>
                    <a:bodyPr/>
                    <a:lstStyle/>
                    <a:p>
                      <a:r>
                        <a:rPr lang="en-US" sz="2000" dirty="0"/>
                        <a:t>SAGARIKA 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CUSTOMER CONTACT LEAD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11197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496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5886C-2AC8-ED81-81E1-EB56CE95F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18B1A-D73F-F2F6-5303-A4369C417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95786"/>
            <a:ext cx="7937961" cy="838202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 Modified Problem 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C28EA-830E-81C1-7404-A72E3E5F5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4160" y="1595806"/>
            <a:ext cx="10519785" cy="3790386"/>
          </a:xfrm>
        </p:spPr>
        <p:txBody>
          <a:bodyPr spcFirstLastPara="1" vert="horz" wrap="square" lIns="121920" tIns="60960" rIns="121920" bIns="60960" rtlCol="0" anchor="t" anchorCtr="0">
            <a:normAutofit/>
          </a:bodyPr>
          <a:lstStyle/>
          <a:p>
            <a:pPr marL="0" indent="0">
              <a:spcBef>
                <a:spcPts val="27"/>
              </a:spcBef>
              <a:buNone/>
            </a:pPr>
            <a:endParaRPr lang="en-US" dirty="0">
              <a:solidFill>
                <a:schemeClr val="tx1"/>
              </a:solidFill>
              <a:ea typeface="Calibri"/>
              <a:cs typeface="Calibri"/>
            </a:endParaRPr>
          </a:p>
          <a:p>
            <a:pPr marL="7620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Small-scale farmers are unable to prove the origin, quality, and authenticity of their agricultural produce.</a:t>
            </a:r>
          </a:p>
          <a:p>
            <a:pPr marL="7620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Due to lack of transparency in the supply chain, buyers do not fully trust product claims, leading to lower prices and reduced income for farmers.</a:t>
            </a:r>
          </a:p>
          <a:p>
            <a:pPr marL="0" indent="0">
              <a:spcBef>
                <a:spcPts val="27"/>
              </a:spcBef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spcBef>
                <a:spcPts val="27"/>
              </a:spcBef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spcBef>
                <a:spcPts val="27"/>
              </a:spcBef>
              <a:buNone/>
            </a:pP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21328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14202-8164-A88E-0CA6-8593095CE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7E602-D398-31B9-4AEB-C32E61CFB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95786"/>
            <a:ext cx="7937961" cy="838202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 User/ Customer Understanding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F0759-F1BE-FAAD-BBB2-2AC231645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4635" y="1533807"/>
            <a:ext cx="10519785" cy="3790386"/>
          </a:xfrm>
        </p:spPr>
        <p:txBody>
          <a:bodyPr spcFirstLastPara="1" vert="horz" wrap="square" lIns="121920" tIns="60960" rIns="121920" bIns="60960" rtlCol="0" anchor="t" anchorCtr="0">
            <a:normAutofit/>
          </a:bodyPr>
          <a:lstStyle/>
          <a:p>
            <a:pPr marL="0" indent="0">
              <a:spcBef>
                <a:spcPts val="27"/>
              </a:spcBef>
              <a:buNone/>
            </a:pPr>
            <a:endParaRPr lang="en-US" dirty="0">
              <a:solidFill>
                <a:schemeClr val="tx1"/>
              </a:solidFill>
              <a:ea typeface="Calibri"/>
              <a:cs typeface="Calibri"/>
            </a:endParaRPr>
          </a:p>
          <a:p>
            <a:pPr marL="7620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We interacted with small-scale farmers and local buyers to understand real-world challenges.</a:t>
            </a:r>
          </a:p>
          <a:p>
            <a:pPr marL="76200" indent="0"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 marL="7620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Key insights:</a:t>
            </a:r>
          </a:p>
          <a:p>
            <a:pPr marL="5334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Buyers want proof of origin and quality </a:t>
            </a:r>
          </a:p>
          <a:p>
            <a:pPr marL="5334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Farmers struggle to justify higher prices </a:t>
            </a:r>
          </a:p>
          <a:p>
            <a:pPr marL="5334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Trust is the biggest gap in the supply chain </a:t>
            </a:r>
          </a:p>
          <a:p>
            <a:pPr marL="5334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Users prefer simple and easy-to-use systems</a:t>
            </a:r>
          </a:p>
          <a:p>
            <a:pPr marL="0" indent="0">
              <a:spcBef>
                <a:spcPts val="27"/>
              </a:spcBef>
              <a:buNone/>
            </a:pPr>
            <a:endParaRPr lang="en-US" dirty="0">
              <a:solidFill>
                <a:schemeClr val="tx1"/>
              </a:solidFill>
              <a:ea typeface="Calibri"/>
              <a:cs typeface="Calibri"/>
            </a:endParaRPr>
          </a:p>
          <a:p>
            <a:pPr marL="0" indent="0">
              <a:spcBef>
                <a:spcPts val="27"/>
              </a:spcBef>
              <a:buNone/>
            </a:pPr>
            <a:endParaRPr lang="en-US" dirty="0">
              <a:solidFill>
                <a:schemeClr val="tx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2599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E22C4-7666-AFE3-A07F-5A5D3E72C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13FFD-F5AA-B7BE-FD50-CA6734509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Our Solution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C3445-0940-99F0-AB5E-58C8CA362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400" y="1268760"/>
            <a:ext cx="10801201" cy="4320480"/>
          </a:xfrm>
        </p:spPr>
        <p:txBody>
          <a:bodyPr spcFirstLastPara="1" vert="horz" wrap="square" lIns="121920" tIns="60960" rIns="121920" bIns="60960" rtlCol="0" anchor="t" anchorCtr="0">
            <a:normAutofit/>
          </a:bodyPr>
          <a:lstStyle/>
          <a:p>
            <a:pPr marL="76200" indent="0"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 marL="76200" indent="0">
              <a:buNone/>
            </a:pPr>
            <a:r>
              <a:rPr lang="en-US" sz="2800" dirty="0" err="1">
                <a:solidFill>
                  <a:schemeClr val="tx1"/>
                </a:solidFill>
              </a:rPr>
              <a:t>AgroLedger</a:t>
            </a:r>
            <a:r>
              <a:rPr lang="en-US" sz="2800" dirty="0">
                <a:solidFill>
                  <a:schemeClr val="tx1"/>
                </a:solidFill>
              </a:rPr>
              <a:t> is a hybrid agricultural provenance system that enables: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Farmers to register product details digitally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Generation of QR codes for each batch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Buyers to verify product authenticity instantly </a:t>
            </a:r>
          </a:p>
          <a:p>
            <a:pPr marL="76200" indent="0"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 marL="7620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The system combines blockchain and cloud technologies to ensure both trust and accessibility.</a:t>
            </a:r>
          </a:p>
          <a:p>
            <a:pPr marL="0" indent="0">
              <a:spcBef>
                <a:spcPts val="27"/>
              </a:spcBef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18610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A7B8B-E9E6-CF8E-A82C-F65DC02DC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1C58E6-9E8D-CF0D-00CA-0461884661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99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853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6636C-7729-37EE-3B86-F1312175D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9B525-9939-960F-B359-A89DCC475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Full Product Flow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4330DD-AF15-78E7-352A-AD623EA70E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9650"/>
            <a:ext cx="12192000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199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5D599-550D-934B-834C-4B89AA626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EFA05-49D5-8965-5B47-01BD88A22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Key Features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57316A9-A032-560A-72AD-A9929DDC78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95400" y="1428591"/>
            <a:ext cx="6178294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Hybrid storage (Blockchain + Cloud)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QR-based product verification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login required for buyers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Cross-device accessibility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interface for farmers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product tracking </a:t>
            </a:r>
          </a:p>
        </p:txBody>
      </p:sp>
    </p:spTree>
    <p:extLst>
      <p:ext uri="{BB962C8B-B14F-4D97-AF65-F5344CB8AC3E}">
        <p14:creationId xmlns:p14="http://schemas.microsoft.com/office/powerpoint/2010/main" val="1076672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1565F-E02D-F94D-F107-CD2878B80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43AFC-E9B9-CA66-D2C9-C42DE2F1D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95786"/>
            <a:ext cx="7045685" cy="838202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 Use Cases &amp; High level Requirements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AADE7-0B30-77FD-7C8B-41A1B856F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99" y="1076325"/>
            <a:ext cx="10999296" cy="5048250"/>
          </a:xfrm>
        </p:spPr>
        <p:txBody>
          <a:bodyPr spcFirstLastPara="1" vert="horz" wrap="square" lIns="121920" tIns="60960" rIns="121920" bIns="60960" rtlCol="0" anchor="t" anchorCtr="0">
            <a:normAutofit fontScale="92500" lnSpcReduction="10000"/>
          </a:bodyPr>
          <a:lstStyle/>
          <a:p>
            <a:pPr marL="0" indent="0">
              <a:spcBef>
                <a:spcPts val="27"/>
              </a:spcBef>
              <a:buNone/>
            </a:pPr>
            <a:endParaRPr lang="en-US"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IN" sz="2600" b="1" dirty="0">
                <a:solidFill>
                  <a:schemeClr val="tx1"/>
                </a:solidFill>
              </a:rPr>
              <a:t>UC1: Farmer Registers Batch</a:t>
            </a:r>
            <a:br>
              <a:rPr lang="en-IN" sz="2600" dirty="0">
                <a:solidFill>
                  <a:schemeClr val="tx1"/>
                </a:solidFill>
              </a:rPr>
            </a:br>
            <a:r>
              <a:rPr lang="en-IN" sz="2600" dirty="0">
                <a:solidFill>
                  <a:schemeClr val="tx1"/>
                </a:solidFill>
              </a:rPr>
              <a:t>Input: Crop details (name, location, date)</a:t>
            </a:r>
            <a:br>
              <a:rPr lang="en-IN" sz="2600" dirty="0">
                <a:solidFill>
                  <a:schemeClr val="tx1"/>
                </a:solidFill>
              </a:rPr>
            </a:br>
            <a:r>
              <a:rPr lang="en-IN" sz="2600" dirty="0">
                <a:solidFill>
                  <a:schemeClr val="tx1"/>
                </a:solidFill>
              </a:rPr>
              <a:t>Output: Unique Batch ID + QR Code generated</a:t>
            </a:r>
          </a:p>
          <a:p>
            <a:r>
              <a:rPr lang="en-IN" sz="2600" b="1" dirty="0">
                <a:solidFill>
                  <a:schemeClr val="tx1"/>
                </a:solidFill>
              </a:rPr>
              <a:t>UC2: Buyer Verifies Product</a:t>
            </a:r>
            <a:br>
              <a:rPr lang="en-IN" sz="2600" dirty="0">
                <a:solidFill>
                  <a:schemeClr val="tx1"/>
                </a:solidFill>
              </a:rPr>
            </a:br>
            <a:r>
              <a:rPr lang="en-IN" sz="2600" dirty="0">
                <a:solidFill>
                  <a:schemeClr val="tx1"/>
                </a:solidFill>
              </a:rPr>
              <a:t>Input: QR code scan</a:t>
            </a:r>
            <a:br>
              <a:rPr lang="en-IN" sz="2600" dirty="0">
                <a:solidFill>
                  <a:schemeClr val="tx1"/>
                </a:solidFill>
              </a:rPr>
            </a:br>
            <a:r>
              <a:rPr lang="en-IN" sz="2600" dirty="0">
                <a:solidFill>
                  <a:schemeClr val="tx1"/>
                </a:solidFill>
              </a:rPr>
              <a:t>Output: Product details displayed (origin, quality, timeline)</a:t>
            </a:r>
          </a:p>
          <a:p>
            <a:r>
              <a:rPr lang="en-IN" sz="2600" b="1" dirty="0">
                <a:solidFill>
                  <a:schemeClr val="tx1"/>
                </a:solidFill>
              </a:rPr>
              <a:t>UC3: Batch Search &amp; Verification</a:t>
            </a:r>
            <a:br>
              <a:rPr lang="en-IN" sz="2600" dirty="0">
                <a:solidFill>
                  <a:schemeClr val="tx1"/>
                </a:solidFill>
              </a:rPr>
            </a:br>
            <a:r>
              <a:rPr lang="en-IN" sz="2600" dirty="0">
                <a:solidFill>
                  <a:schemeClr val="tx1"/>
                </a:solidFill>
              </a:rPr>
              <a:t>Input: Batch ID or QR link</a:t>
            </a:r>
            <a:br>
              <a:rPr lang="en-IN" sz="2600" dirty="0">
                <a:solidFill>
                  <a:schemeClr val="tx1"/>
                </a:solidFill>
              </a:rPr>
            </a:br>
            <a:r>
              <a:rPr lang="en-IN" sz="2600" dirty="0">
                <a:solidFill>
                  <a:schemeClr val="tx1"/>
                </a:solidFill>
              </a:rPr>
              <a:t>Output: Data retrieved from cloud and shown with status</a:t>
            </a:r>
          </a:p>
          <a:p>
            <a:r>
              <a:rPr lang="en-IN" sz="2600" b="1" dirty="0">
                <a:solidFill>
                  <a:schemeClr val="tx1"/>
                </a:solidFill>
              </a:rPr>
              <a:t>UC4: Cross-Device Access</a:t>
            </a:r>
            <a:br>
              <a:rPr lang="en-IN" sz="2600" dirty="0">
                <a:solidFill>
                  <a:schemeClr val="tx1"/>
                </a:solidFill>
              </a:rPr>
            </a:br>
            <a:r>
              <a:rPr lang="en-IN" sz="2600" dirty="0">
                <a:solidFill>
                  <a:schemeClr val="tx1"/>
                </a:solidFill>
              </a:rPr>
              <a:t>Input: QR shared via link or WhatsApp</a:t>
            </a:r>
            <a:br>
              <a:rPr lang="en-IN" sz="2600" dirty="0">
                <a:solidFill>
                  <a:schemeClr val="tx1"/>
                </a:solidFill>
              </a:rPr>
            </a:br>
            <a:r>
              <a:rPr lang="en-IN" sz="2600" dirty="0">
                <a:solidFill>
                  <a:schemeClr val="tx1"/>
                </a:solidFill>
              </a:rPr>
              <a:t>Output: Buyer accesses product data instantly without login</a:t>
            </a:r>
          </a:p>
          <a:p>
            <a:pPr marL="76200" indent="0">
              <a:buNone/>
            </a:pPr>
            <a:endParaRPr lang="en-IN" dirty="0"/>
          </a:p>
          <a:p>
            <a:pPr marL="0" indent="0">
              <a:spcBef>
                <a:spcPts val="27"/>
              </a:spcBef>
              <a:buNone/>
            </a:pPr>
            <a:r>
              <a:rPr lang="en-US" dirty="0">
                <a:solidFill>
                  <a:schemeClr val="tx1"/>
                </a:solidFill>
                <a:ea typeface="Calibri"/>
                <a:cs typeface="Calibri"/>
              </a:rPr>
              <a:t>Requirements document available on GitHub — includes Functional Requirements , Non-Functional Requirements (performance, cost, usability), and Acceptance Criteria for each feature.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spcBef>
                <a:spcPts val="27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748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E1081-ED83-5A03-3AF1-E77B4D789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6EBF3-B90A-D780-71A8-0F6F74206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95786"/>
            <a:ext cx="7045685" cy="838202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 Proof of Concept (PoC) / Demo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1E6CD-28A4-0547-FCFA-8E8B38A76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3053" y="1376892"/>
            <a:ext cx="10999294" cy="4049349"/>
          </a:xfrm>
        </p:spPr>
        <p:txBody>
          <a:bodyPr spcFirstLastPara="1" vert="horz" wrap="square" lIns="121920" tIns="60960" rIns="121920" bIns="60960" rtlCol="0" anchor="t" anchorCtr="0">
            <a:normAutofit/>
          </a:bodyPr>
          <a:lstStyle/>
          <a:p>
            <a:pPr marL="0" indent="0">
              <a:spcBef>
                <a:spcPts val="27"/>
              </a:spcBef>
              <a:buNone/>
            </a:pPr>
            <a:r>
              <a:rPr lang="en-US" dirty="0" err="1">
                <a:solidFill>
                  <a:schemeClr val="tx1"/>
                </a:solidFill>
                <a:ea typeface="Calibri"/>
                <a:cs typeface="Calibri"/>
              </a:rPr>
              <a:t>Github</a:t>
            </a:r>
            <a:r>
              <a:rPr lang="en-US" dirty="0">
                <a:solidFill>
                  <a:schemeClr val="tx1"/>
                </a:solidFill>
                <a:ea typeface="Calibri"/>
                <a:cs typeface="Calibri"/>
              </a:rPr>
              <a:t>: </a:t>
            </a:r>
            <a:r>
              <a:rPr lang="en-US" dirty="0" err="1">
                <a:solidFill>
                  <a:schemeClr val="tx1"/>
                </a:solidFill>
                <a:ea typeface="Calibri"/>
                <a:cs typeface="Calibri"/>
                <a:hlinkClick r:id="rId3"/>
              </a:rPr>
              <a:t>Github</a:t>
            </a:r>
            <a:endParaRPr lang="en-US" dirty="0">
              <a:solidFill>
                <a:schemeClr val="tx1"/>
              </a:solidFill>
              <a:ea typeface="Calibri"/>
              <a:cs typeface="Calibri"/>
            </a:endParaRPr>
          </a:p>
          <a:p>
            <a:pPr marL="0" indent="0">
              <a:spcBef>
                <a:spcPts val="27"/>
              </a:spcBef>
              <a:buNone/>
            </a:pPr>
            <a:endParaRPr lang="en-US" dirty="0">
              <a:solidFill>
                <a:schemeClr val="tx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6312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D1F4A-0F92-2ADF-3FDC-762D221BA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B6A63-A290-C7FB-523A-F1F5190D5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400" y="1233988"/>
            <a:ext cx="10801201" cy="4860428"/>
          </a:xfrm>
        </p:spPr>
        <p:txBody>
          <a:bodyPr/>
          <a:lstStyle/>
          <a:p>
            <a:pPr marL="76200" indent="0"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 marL="76200" indent="0">
              <a:buNone/>
            </a:pPr>
            <a:r>
              <a:rPr lang="en-US" sz="2800" dirty="0" err="1">
                <a:solidFill>
                  <a:schemeClr val="tx1"/>
                </a:solidFill>
              </a:rPr>
              <a:t>AgroLedger</a:t>
            </a:r>
            <a:r>
              <a:rPr lang="en-US" sz="2800" dirty="0">
                <a:solidFill>
                  <a:schemeClr val="tx1"/>
                </a:solidFill>
              </a:rPr>
              <a:t> improves transparency in agricultural supply chains by enabling farmers to register produce and generate QR codes for verification.</a:t>
            </a:r>
          </a:p>
          <a:p>
            <a:pPr marL="7620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It allows buyers to easily access product details, building trust and ensuring fair pricing.</a:t>
            </a:r>
          </a:p>
          <a:p>
            <a:pPr marL="7620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The system is simple, low-cost, and accessible, making it suitable for real-world use.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514551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2637</TotalTime>
  <Words>613</Words>
  <Application>Microsoft Office PowerPoint</Application>
  <PresentationFormat>Widescreen</PresentationFormat>
  <Paragraphs>98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Roboto Medium</vt:lpstr>
      <vt:lpstr>Times New Roman</vt:lpstr>
      <vt:lpstr>1_Office Theme</vt:lpstr>
      <vt:lpstr>PowerPoint Presentation</vt:lpstr>
      <vt:lpstr>Team members &amp; roles</vt:lpstr>
      <vt:lpstr> Modified Problem Statement</vt:lpstr>
      <vt:lpstr> User/ Customer Understanding</vt:lpstr>
      <vt:lpstr>Our Solution</vt:lpstr>
      <vt:lpstr>System Architecture</vt:lpstr>
      <vt:lpstr>Full Product Flow</vt:lpstr>
      <vt:lpstr>Key Features</vt:lpstr>
      <vt:lpstr> Use Cases &amp; High level Requirements</vt:lpstr>
      <vt:lpstr> Proof of Concept (PoC) / Demo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Ramaraj Sri</dc:creator>
  <cp:lastModifiedBy>Meghana U</cp:lastModifiedBy>
  <cp:revision>6</cp:revision>
  <cp:lastPrinted>2026-03-28T03:18:39Z</cp:lastPrinted>
  <dcterms:created xsi:type="dcterms:W3CDTF">2025-09-17T04:00:39Z</dcterms:created>
  <dcterms:modified xsi:type="dcterms:W3CDTF">2026-04-24T16:19:05Z</dcterms:modified>
</cp:coreProperties>
</file>